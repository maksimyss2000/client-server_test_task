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36" r:id="rId5"/>
    <p:sldMasterId id="2147483740" r:id="rId6"/>
    <p:sldMasterId id="2147483746" r:id="rId7"/>
    <p:sldMasterId id="2147483758" r:id="rId8"/>
    <p:sldMasterId id="2147483756" r:id="rId9"/>
    <p:sldMasterId id="2147483858" r:id="rId10"/>
  </p:sldMasterIdLst>
  <p:notesMasterIdLst>
    <p:notesMasterId r:id="rId17"/>
  </p:notesMasterIdLst>
  <p:handoutMasterIdLst>
    <p:handoutMasterId r:id="rId18"/>
  </p:handoutMasterIdLst>
  <p:sldIdLst>
    <p:sldId id="325" r:id="rId11"/>
    <p:sldId id="346" r:id="rId12"/>
    <p:sldId id="349" r:id="rId13"/>
    <p:sldId id="335" r:id="rId14"/>
    <p:sldId id="350" r:id="rId15"/>
    <p:sldId id="337" r:id="rId16"/>
  </p:sldIdLst>
  <p:sldSz cx="9144000" cy="6858000" type="screen4x3"/>
  <p:notesSz cx="9144000" cy="6858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PT Root UI Web Light" panose="020B0604020202020204" charset="-52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PT Root UI Web" panose="020B0604020202020204" charset="-52"/>
      <p:regular r:id="rId32"/>
    </p:embeddedFont>
    <p:embeddedFont>
      <p:font typeface="PT Root UI Web Bold" panose="020B0604020202020204" charset="-52"/>
      <p:bold r:id="rId3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A8F"/>
    <a:srgbClr val="27A8B5"/>
    <a:srgbClr val="D2715F"/>
    <a:srgbClr val="C37B56"/>
    <a:srgbClr val="2B5881"/>
    <a:srgbClr val="2C6CA6"/>
    <a:srgbClr val="276092"/>
    <a:srgbClr val="374555"/>
    <a:srgbClr val="7A2CA6"/>
    <a:srgbClr val="5A2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5322" autoAdjust="0"/>
  </p:normalViewPr>
  <p:slideViewPr>
    <p:cSldViewPr>
      <p:cViewPr varScale="1">
        <p:scale>
          <a:sx n="110" d="100"/>
          <a:sy n="110" d="100"/>
        </p:scale>
        <p:origin x="229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80" d="100"/>
          <a:sy n="180" d="100"/>
        </p:scale>
        <p:origin x="1160" y="17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575E8-5A93-C543-B5D3-D97B5FCFC12D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59D85-B00D-3049-AC0A-3959AAA0A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81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Верхний колонтитул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1" name="Образ слайда 10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13" name="Нижний колонтитул 12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503B2-B7AF-1F47-B9BC-F7D7F56BBD53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Заметки 15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18" name="Дата 17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3EB49-A4FA-894F-B982-313C3AB22FEE}" type="datetimeFigureOut">
              <a:rPr lang="ru-RU" smtClean="0"/>
              <a:t>22.12.2023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38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03B2-B7AF-1F47-B9BC-F7D7F56BBD5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36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503B2-B7AF-1F47-B9BC-F7D7F56BBD5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210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76EE0AA-C347-3040-AED5-42F8C5B75D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50" y="1844824"/>
            <a:ext cx="8064500" cy="4560739"/>
          </a:xfrm>
          <a:prstGeom prst="rect">
            <a:avLst/>
          </a:prstGeom>
        </p:spPr>
        <p:txBody>
          <a:bodyPr anchor="ctr"/>
          <a:lstStyle>
            <a:lvl1pPr marL="228594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1142972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600160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2057348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02941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3832F009-D69F-D64F-9577-57EAFC8FF9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825" y="2427284"/>
            <a:ext cx="3455987" cy="3978045"/>
          </a:xfrm>
          <a:prstGeom prst="rect">
            <a:avLst/>
          </a:prstGeom>
          <a:gradFill>
            <a:gsLst>
              <a:gs pos="10000">
                <a:srgbClr val="00A7B5"/>
              </a:gs>
              <a:gs pos="94000">
                <a:srgbClr val="276092"/>
              </a:gs>
            </a:gsLst>
            <a:lin ang="174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627F0E03-0184-3B42-84CB-A030F8DC6E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3928" y="2427284"/>
            <a:ext cx="4680322" cy="3978045"/>
          </a:xfrm>
          <a:prstGeom prst="rect">
            <a:avLst/>
          </a:prstGeom>
        </p:spPr>
        <p:txBody>
          <a:bodyPr anchor="ctr"/>
          <a:lstStyle>
            <a:lvl1pPr marL="228594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1142972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600160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2057348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066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3B10-C271-344E-8D3D-5DB07D44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9E588BB2-DC76-814E-9DD4-B7224074DA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4484688"/>
            <a:ext cx="8064500" cy="1920875"/>
          </a:xfrm>
          <a:prstGeom prst="rect">
            <a:avLst/>
          </a:prstGeom>
        </p:spPr>
        <p:txBody>
          <a:bodyPr/>
          <a:lstStyle>
            <a:lvl1pPr marL="228594" indent="-228594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1142972" indent="-228594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600160" indent="-228594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2057348" indent="-228594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10">
            <a:extLst>
              <a:ext uri="{FF2B5EF4-FFF2-40B4-BE49-F238E27FC236}">
                <a16:creationId xmlns:a16="http://schemas.microsoft.com/office/drawing/2014/main" id="{FAEEF035-641B-8A47-BC83-2D23EEAACA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531181"/>
            <a:ext cx="8064500" cy="936104"/>
          </a:xfrm>
          <a:prstGeom prst="rect">
            <a:avLst/>
          </a:prstGeom>
        </p:spPr>
        <p:txBody>
          <a:bodyPr/>
          <a:lstStyle>
            <a:lvl1pPr marL="228594" indent="-228594">
              <a:buClr>
                <a:srgbClr val="D2715F"/>
              </a:buClr>
              <a:buFontTx/>
              <a:buNone/>
              <a:defRPr sz="1800" b="1" i="0">
                <a:solidFill>
                  <a:srgbClr val="265A8F"/>
                </a:solidFill>
                <a:latin typeface="Consolas" panose="020B0609020204030204" pitchFamily="49" charset="0"/>
                <a:ea typeface="PT Root UI Web Bold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2pPr>
            <a:lvl3pPr marL="1142972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3pPr>
            <a:lvl4pPr marL="1600160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4pPr>
            <a:lvl5pPr marL="2057348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подзаголовка</a:t>
            </a:r>
          </a:p>
        </p:txBody>
      </p:sp>
      <p:sp>
        <p:nvSpPr>
          <p:cNvPr id="5" name="Текст 10">
            <a:extLst>
              <a:ext uri="{FF2B5EF4-FFF2-40B4-BE49-F238E27FC236}">
                <a16:creationId xmlns:a16="http://schemas.microsoft.com/office/drawing/2014/main" id="{65330080-6DAD-094F-A49F-F1CFD1F06B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041" y="2507842"/>
            <a:ext cx="8064500" cy="1920875"/>
          </a:xfrm>
          <a:prstGeom prst="rect">
            <a:avLst/>
          </a:prstGeom>
        </p:spPr>
        <p:txBody>
          <a:bodyPr/>
          <a:lstStyle>
            <a:lvl1pPr marL="228594" indent="-228594">
              <a:buClr>
                <a:srgbClr val="D2715F"/>
              </a:buClr>
              <a:buFontTx/>
              <a:buNone/>
              <a:defRPr sz="1400" b="0" i="0">
                <a:solidFill>
                  <a:srgbClr val="27A8B5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2pPr>
            <a:lvl3pPr marL="1142972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3pPr>
            <a:lvl4pPr marL="1600160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4pPr>
            <a:lvl5pPr marL="2057348" indent="-228594">
              <a:buClr>
                <a:srgbClr val="D2715F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7134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5D178-E594-D844-97D2-079364490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8263" y="2372883"/>
            <a:ext cx="3455987" cy="1056117"/>
          </a:xfrm>
        </p:spPr>
        <p:txBody>
          <a:bodyPr>
            <a:normAutofit/>
          </a:bodyPr>
          <a:lstStyle>
            <a:lvl1pPr>
              <a:defRPr sz="28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5B0F43-AAE9-CE40-809C-769A88FA96BF}"/>
              </a:ext>
            </a:extLst>
          </p:cNvPr>
          <p:cNvSpPr/>
          <p:nvPr userDrawn="1"/>
        </p:nvSpPr>
        <p:spPr>
          <a:xfrm>
            <a:off x="0" y="0"/>
            <a:ext cx="4572000" cy="67413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C6943834-227F-F14D-B2DA-DF04C2CCA1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572000" cy="6799684"/>
          </a:xfrm>
          <a:prstGeom prst="rect">
            <a:avLst/>
          </a:prstGeom>
          <a:gradFill>
            <a:gsLst>
              <a:gs pos="10000">
                <a:srgbClr val="00A7B5"/>
              </a:gs>
              <a:gs pos="94000">
                <a:srgbClr val="276092"/>
              </a:gs>
            </a:gsLst>
            <a:lin ang="174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A2D58B04-B6CB-CF4C-A943-2E1705214E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48263" y="3717563"/>
            <a:ext cx="3455987" cy="268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457189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914378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371566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1828754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5180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452671"/>
            <a:ext cx="6767641" cy="105611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231C0D2-5DF0-9746-A1F2-498048B442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8028" y="2000019"/>
            <a:ext cx="2519363" cy="2197068"/>
          </a:xfrm>
          <a:prstGeom prst="rect">
            <a:avLst/>
          </a:prstGeom>
          <a:gradFill>
            <a:gsLst>
              <a:gs pos="10000">
                <a:srgbClr val="00A7B5"/>
              </a:gs>
              <a:gs pos="94000">
                <a:srgbClr val="276092"/>
              </a:gs>
            </a:gsLst>
            <a:lin ang="174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A6784374-45C4-494F-A0CB-935235272F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3982" y="2000019"/>
            <a:ext cx="2519363" cy="2197068"/>
          </a:xfrm>
          <a:prstGeom prst="rect">
            <a:avLst/>
          </a:prstGeom>
          <a:gradFill>
            <a:gsLst>
              <a:gs pos="10000">
                <a:srgbClr val="00A7B5"/>
              </a:gs>
              <a:gs pos="94000">
                <a:srgbClr val="276092"/>
              </a:gs>
            </a:gsLst>
            <a:lin ang="174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AD18BDBF-4DE2-1043-AF68-939824084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4485217"/>
            <a:ext cx="3816226" cy="1919816"/>
          </a:xfrm>
          <a:prstGeom prst="rect">
            <a:avLst/>
          </a:prstGeom>
        </p:spPr>
        <p:txBody>
          <a:bodyPr/>
          <a:lstStyle>
            <a:lvl1pPr marL="0" indent="93663">
              <a:buClr>
                <a:srgbClr val="27A8B5"/>
              </a:buClr>
              <a:buFont typeface="Courier New" panose="02070309020205020404" pitchFamily="49" charset="0"/>
              <a:buChar char="o"/>
              <a:tabLst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457189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914378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371566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1828754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 Текст слайда</a:t>
            </a:r>
          </a:p>
          <a:p>
            <a:pPr lvl="1"/>
            <a:r>
              <a:rPr lang="ru-RU" dirty="0"/>
              <a:t> Второй уровень</a:t>
            </a:r>
          </a:p>
          <a:p>
            <a:pPr lvl="2"/>
            <a:r>
              <a:rPr lang="ru-RU" dirty="0"/>
              <a:t> Третий уровень</a:t>
            </a:r>
          </a:p>
          <a:p>
            <a:pPr lvl="3"/>
            <a:r>
              <a:rPr lang="ru-RU" dirty="0"/>
              <a:t> Четвертый уровень</a:t>
            </a:r>
          </a:p>
          <a:p>
            <a:pPr lvl="4"/>
            <a:r>
              <a:rPr lang="ru-RU" dirty="0"/>
              <a:t> Пятый уровень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CB29F72B-0906-904E-A730-B7F82F154A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8024" y="4486609"/>
            <a:ext cx="3816226" cy="1919816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457189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914378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371566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1828754" indent="0">
              <a:buClr>
                <a:srgbClr val="27A8B5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 Текст слайда</a:t>
            </a:r>
          </a:p>
          <a:p>
            <a:pPr lvl="1"/>
            <a:r>
              <a:rPr lang="ru-RU" dirty="0"/>
              <a:t> Второй уровень</a:t>
            </a:r>
          </a:p>
          <a:p>
            <a:pPr lvl="2"/>
            <a:r>
              <a:rPr lang="ru-RU" dirty="0"/>
              <a:t> Третий уровень</a:t>
            </a:r>
          </a:p>
          <a:p>
            <a:pPr lvl="3"/>
            <a:r>
              <a:rPr lang="ru-RU" dirty="0"/>
              <a:t> Четвертый уровень</a:t>
            </a:r>
          </a:p>
          <a:p>
            <a:pPr lvl="4"/>
            <a:r>
              <a:rPr lang="ru-RU" dirty="0"/>
              <a:t> 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5782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452671"/>
            <a:ext cx="6767641" cy="105611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71582AE2-524D-7E45-96CE-8085EB271D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4077071"/>
            <a:ext cx="2584060" cy="39315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2715F"/>
              </a:buClr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rgbClr val="00A7B5"/>
                </a:solidFill>
                <a:latin typeface="Consolas" panose="020B0609020204030204" pitchFamily="49" charset="0"/>
                <a:ea typeface="PT Root UI Web Bold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НАЗВАНИЯ 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CF375F08-0827-E044-B2FE-25B0D70CB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4459528"/>
            <a:ext cx="2584060" cy="170577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A7B5"/>
              </a:buClr>
              <a:buFont typeface="Courier New" panose="02070309020205020404" pitchFamily="49" charset="0"/>
              <a:buChar char="o"/>
              <a:defRPr sz="1400" b="0" i="0">
                <a:solidFill>
                  <a:srgbClr val="000000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None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97F67B4-F549-164F-93EE-00C0AF2E3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20388" y="4077071"/>
            <a:ext cx="2584060" cy="39315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2715F"/>
              </a:buClr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rgbClr val="00A7B5"/>
                </a:solidFill>
                <a:latin typeface="Consolas" panose="020B0609020204030204" pitchFamily="49" charset="0"/>
                <a:ea typeface="PT Root UI Web Bold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НАЗВАНИЯ 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0C45874E-8F4B-FC48-82DE-E5D10787C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20388" y="4459528"/>
            <a:ext cx="2584060" cy="170577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A7B5"/>
              </a:buClr>
              <a:buFont typeface="Courier New" panose="02070309020205020404" pitchFamily="49" charset="0"/>
              <a:buChar char="o"/>
              <a:defRPr sz="1400" b="0" i="0">
                <a:solidFill>
                  <a:srgbClr val="000000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None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текста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C2E70AD8-31AD-DA4E-93A3-13ADE957BA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75856" y="4077071"/>
            <a:ext cx="2584060" cy="39315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2715F"/>
              </a:buClr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rgbClr val="00A7B5"/>
                </a:solidFill>
                <a:latin typeface="Consolas" panose="020B0609020204030204" pitchFamily="49" charset="0"/>
                <a:ea typeface="PT Root UI Web Bold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НАЗВАНИЯ 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0D838F71-0B86-BB48-8ADE-4DFDFE0DB3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5856" y="4459528"/>
            <a:ext cx="2584060" cy="170577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A7B5"/>
              </a:buClr>
              <a:buFont typeface="Courier New" panose="02070309020205020404" pitchFamily="49" charset="0"/>
              <a:buChar char="o"/>
              <a:defRPr sz="1400" b="0" i="0">
                <a:solidFill>
                  <a:srgbClr val="000000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312738" indent="0">
              <a:buClr>
                <a:srgbClr val="D2715F"/>
              </a:buClr>
              <a:buFont typeface="Courier New" panose="02070309020205020404" pitchFamily="49" charset="0"/>
              <a:buNone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2pPr>
            <a:lvl3pPr marL="6270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3pPr>
            <a:lvl4pPr marL="981075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4pPr>
            <a:lvl5pPr marL="1249363" indent="0">
              <a:buClr>
                <a:srgbClr val="D2715F"/>
              </a:buClr>
              <a:buFont typeface="Courier New" panose="02070309020205020404" pitchFamily="49" charset="0"/>
              <a:buChar char="o"/>
              <a:tabLst/>
              <a:defRPr sz="1400" b="0" i="0">
                <a:latin typeface="+mj-lt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Пример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0524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42773A8E-C7B4-2848-A73B-EF821723C5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52120" y="2204864"/>
            <a:ext cx="2952130" cy="4200465"/>
          </a:xfrm>
          <a:prstGeom prst="rect">
            <a:avLst/>
          </a:prstGeom>
          <a:gradFill>
            <a:gsLst>
              <a:gs pos="10000">
                <a:srgbClr val="00A7B5"/>
              </a:gs>
              <a:gs pos="94000">
                <a:srgbClr val="276092"/>
              </a:gs>
            </a:gsLst>
            <a:lin ang="174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76EE0AA-C347-3040-AED5-42F8C5B75D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2204864"/>
            <a:ext cx="4608513" cy="4200465"/>
          </a:xfrm>
          <a:prstGeom prst="rect">
            <a:avLst/>
          </a:prstGeom>
        </p:spPr>
        <p:txBody>
          <a:bodyPr anchor="ctr"/>
          <a:lstStyle>
            <a:lvl1pPr marL="228594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685783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1142972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600160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2057348" indent="-228594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361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C3FA70C-5300-9440-9C6C-3D6C4E4C2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452671"/>
            <a:ext cx="6552530" cy="105611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8BA2C1AF-B8D2-C64C-8ACE-40E0A99FA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712" y="2780928"/>
            <a:ext cx="4176464" cy="2376264"/>
          </a:xfrm>
          <a:prstGeom prst="rect">
            <a:avLst/>
          </a:prstGeom>
          <a:gradFill>
            <a:gsLst>
              <a:gs pos="0">
                <a:srgbClr val="00A7B5"/>
              </a:gs>
              <a:gs pos="100000">
                <a:srgbClr val="276092"/>
              </a:gs>
            </a:gsLst>
            <a:lin ang="27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643CC8BE-462D-0F48-BEA6-911A8F20D5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8830" y="2646428"/>
            <a:ext cx="2505618" cy="3311525"/>
          </a:xfrm>
          <a:prstGeom prst="rect">
            <a:avLst/>
          </a:prstGeom>
        </p:spPr>
        <p:txBody>
          <a:bodyPr anchor="ctr"/>
          <a:lstStyle>
            <a:lvl1pPr marL="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ea typeface="PT Root UI Web" charset="0"/>
                <a:cs typeface="PT Root UI Web" charset="0"/>
              </a:defRPr>
            </a:lvl1pPr>
            <a:lvl2pPr marL="4572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2pPr>
            <a:lvl3pPr marL="9144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3pPr>
            <a:lvl4pPr marL="13716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4pPr>
            <a:lvl5pPr marL="18288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6880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53FE968-1529-DA44-8213-C7314B463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452671"/>
            <a:ext cx="6552530" cy="105611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AA7E4341-17F0-A743-B5B7-D68283C94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0125" y="2565524"/>
            <a:ext cx="4792971" cy="3311526"/>
          </a:xfrm>
          <a:prstGeom prst="rect">
            <a:avLst/>
          </a:prstGeom>
        </p:spPr>
        <p:txBody>
          <a:bodyPr anchor="ctr"/>
          <a:lstStyle>
            <a:lvl1pPr marL="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ea typeface="PT Root UI Web" charset="0"/>
                <a:cs typeface="PT Root UI Web" charset="0"/>
              </a:defRPr>
            </a:lvl1pPr>
            <a:lvl2pPr marL="4572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2pPr>
            <a:lvl3pPr marL="9144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3pPr>
            <a:lvl4pPr marL="13716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4pPr>
            <a:lvl5pPr marL="18288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PT Root UI Web" charset="0"/>
                <a:ea typeface="PT Root UI Web" charset="0"/>
                <a:cs typeface="PT Root UI Web" charset="0"/>
              </a:defRPr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80004DAC-ABA1-7947-A569-723099CF35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9592" y="2564904"/>
            <a:ext cx="1574999" cy="3384376"/>
          </a:xfrm>
          <a:prstGeom prst="rect">
            <a:avLst/>
          </a:prstGeom>
          <a:gradFill>
            <a:gsLst>
              <a:gs pos="0">
                <a:srgbClr val="00A7B5"/>
              </a:gs>
              <a:gs pos="100000">
                <a:srgbClr val="276092"/>
              </a:gs>
            </a:gsLst>
            <a:lin ang="27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90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7C856-91E8-A64C-BC0F-E2CE2901C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DA82B649-B74F-3945-87DC-4716A5D36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750" y="1700810"/>
            <a:ext cx="8064500" cy="470475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496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B3ED3-7589-A245-95DE-48A7A9D28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4965171"/>
            <a:ext cx="4032250" cy="14398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6D9667-62F7-9148-9BFD-0B6F778A1337}"/>
              </a:ext>
            </a:extLst>
          </p:cNvPr>
          <p:cNvSpPr/>
          <p:nvPr userDrawn="1"/>
        </p:nvSpPr>
        <p:spPr>
          <a:xfrm>
            <a:off x="539750" y="2"/>
            <a:ext cx="6624538" cy="448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B6CC580B-9C95-984D-BED7-6B19DF9E10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750" y="2"/>
            <a:ext cx="6624538" cy="4485217"/>
          </a:xfrm>
          <a:prstGeom prst="rect">
            <a:avLst/>
          </a:prstGeom>
          <a:gradFill>
            <a:gsLst>
              <a:gs pos="0">
                <a:srgbClr val="00A7B5"/>
              </a:gs>
              <a:gs pos="100000">
                <a:srgbClr val="276092"/>
              </a:gs>
            </a:gsLst>
            <a:lin ang="2700000" scaled="0"/>
          </a:gra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66A889CD-0C95-BC44-B9DB-2E426FFBB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48263" y="4965700"/>
            <a:ext cx="3455987" cy="143986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457189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2pPr>
            <a:lvl3pPr marL="914378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3pPr>
            <a:lvl4pPr marL="1371566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4pPr>
            <a:lvl5pPr marL="1828754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1339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504D967-BB10-6D44-AE41-76FD1B4B0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648" y="3474080"/>
            <a:ext cx="7200602" cy="2295000"/>
          </a:xfrm>
          <a:prstGeom prst="rect">
            <a:avLst/>
          </a:prstGeom>
        </p:spPr>
        <p:txBody>
          <a:bodyPr anchor="b"/>
          <a:lstStyle>
            <a:lvl1pPr>
              <a:defRPr b="1">
                <a:solidFill>
                  <a:srgbClr val="00A7B5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продолжение </a:t>
            </a:r>
            <a:r>
              <a:rPr lang="ru-RU" dirty="0" smtClean="0"/>
              <a:t>названия</a:t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3 строки</a:t>
            </a:r>
          </a:p>
        </p:txBody>
      </p:sp>
      <p:sp>
        <p:nvSpPr>
          <p:cNvPr id="6" name="Текст 9">
            <a:extLst>
              <a:ext uri="{FF2B5EF4-FFF2-40B4-BE49-F238E27FC236}">
                <a16:creationId xmlns:a16="http://schemas.microsoft.com/office/drawing/2014/main" id="{8B1FC54A-815F-5D49-BAE4-431B02751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3648" y="5949280"/>
            <a:ext cx="7200602" cy="504056"/>
          </a:xfrm>
          <a:prstGeom prst="rect">
            <a:avLst/>
          </a:prstGeom>
        </p:spPr>
        <p:txBody>
          <a:bodyPr anchor="ctr"/>
          <a:lstStyle>
            <a:lvl1pPr indent="-108000" algn="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rgbClr val="265A8F"/>
                </a:solidFill>
                <a:latin typeface="Consolas" panose="020B0609020204030204" pitchFamily="49" charset="0"/>
                <a:ea typeface="PT Root UI Web" panose="020B0303020202020204" pitchFamily="34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ФИО</a:t>
            </a:r>
            <a:br>
              <a:rPr lang="ru-RU" dirty="0"/>
            </a:br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320571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7624" y="1916832"/>
            <a:ext cx="6840760" cy="3960439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ПРИМЕР</a:t>
            </a:r>
            <a:br>
              <a:rPr lang="ru-RU" dirty="0"/>
            </a:br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ЧЕТЫРЕ</a:t>
            </a:r>
            <a:br>
              <a:rPr lang="ru-RU" dirty="0"/>
            </a:br>
            <a:r>
              <a:rPr lang="ru-RU" dirty="0"/>
              <a:t>СТРОКИ</a:t>
            </a:r>
          </a:p>
        </p:txBody>
      </p:sp>
    </p:spTree>
    <p:extLst>
      <p:ext uri="{BB962C8B-B14F-4D97-AF65-F5344CB8AC3E}">
        <p14:creationId xmlns:p14="http://schemas.microsoft.com/office/powerpoint/2010/main" val="383568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638" y="2348880"/>
            <a:ext cx="4032250" cy="1632181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ОТВЕТЫ</a:t>
            </a:r>
            <a:br>
              <a:rPr lang="ru-RU" dirty="0"/>
            </a:br>
            <a:r>
              <a:rPr lang="ru-RU" dirty="0"/>
              <a:t>НА ВОПРОСЫ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831C6A5-263F-6A49-90A2-471EAB281C21}"/>
              </a:ext>
            </a:extLst>
          </p:cNvPr>
          <p:cNvSpPr txBox="1">
            <a:spLocks/>
          </p:cNvSpPr>
          <p:nvPr userDrawn="1"/>
        </p:nvSpPr>
        <p:spPr>
          <a:xfrm>
            <a:off x="3407977" y="116632"/>
            <a:ext cx="5184576" cy="545207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baseline="0">
                <a:solidFill>
                  <a:schemeClr val="tx1"/>
                </a:solidFill>
                <a:latin typeface="+mj-lt"/>
                <a:ea typeface="PT Root UI Web" charset="0"/>
                <a:cs typeface="PT Root UI Web" charset="0"/>
              </a:defRPr>
            </a:lvl1pPr>
          </a:lstStyle>
          <a:p>
            <a:r>
              <a:rPr lang="ru-RU" sz="70000" dirty="0">
                <a:solidFill>
                  <a:srgbClr val="265A8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74354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7233-89ED-0248-B684-51AB9034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4941168"/>
            <a:ext cx="8064500" cy="146439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3200" b="1">
                <a:solidFill>
                  <a:srgbClr val="27A8B5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989539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1EDB231-A712-984E-B91E-26C80B9E5A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080" y="2887257"/>
            <a:ext cx="3312170" cy="3194862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00A7B5"/>
                </a:solidFill>
                <a:latin typeface="+mn-lt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</p:spTree>
    <p:extLst>
      <p:ext uri="{BB962C8B-B14F-4D97-AF65-F5344CB8AC3E}">
        <p14:creationId xmlns:p14="http://schemas.microsoft.com/office/powerpoint/2010/main" val="4193902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F9E8EA0-B960-BF47-AD54-40A255EF9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3375" y="2415538"/>
            <a:ext cx="6057250" cy="624233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27A8B5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D0B7C3-A6A9-4A4D-BDFE-34746304AD26}"/>
              </a:ext>
            </a:extLst>
          </p:cNvPr>
          <p:cNvSpPr/>
          <p:nvPr userDrawn="1"/>
        </p:nvSpPr>
        <p:spPr>
          <a:xfrm>
            <a:off x="2210062" y="5013176"/>
            <a:ext cx="47238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265A8F"/>
                </a:solidFill>
                <a:latin typeface="Consolas" panose="020B0609020204030204" pitchFamily="49" charset="0"/>
                <a:ea typeface="PT Root UI Web Light" charset="0"/>
                <a:cs typeface="Consolas" panose="020B0609020204030204" pitchFamily="49" charset="0"/>
              </a:rPr>
              <a:t>Подписывайтесь на наши </a:t>
            </a:r>
            <a:r>
              <a:rPr lang="ru-RU" sz="1600" b="0" i="0" dirty="0" err="1">
                <a:solidFill>
                  <a:srgbClr val="265A8F"/>
                </a:solidFill>
                <a:latin typeface="Consolas" panose="020B0609020204030204" pitchFamily="49" charset="0"/>
                <a:ea typeface="PT Root UI Web Light" charset="0"/>
                <a:cs typeface="Consolas" panose="020B0609020204030204" pitchFamily="49" charset="0"/>
              </a:rPr>
              <a:t>соцсети</a:t>
            </a:r>
            <a:endParaRPr lang="ru-RU" sz="1600" b="0" i="0" dirty="0">
              <a:solidFill>
                <a:srgbClr val="265A8F"/>
              </a:solidFill>
              <a:latin typeface="Consolas" panose="020B0609020204030204" pitchFamily="49" charset="0"/>
              <a:ea typeface="PT Root UI Web Light" charset="0"/>
              <a:cs typeface="Consolas" panose="020B0609020204030204" pitchFamily="49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2CE79D2-BFEB-F743-8B28-11A1CEA15C8C}"/>
              </a:ext>
            </a:extLst>
          </p:cNvPr>
          <p:cNvGrpSpPr/>
          <p:nvPr userDrawn="1"/>
        </p:nvGrpSpPr>
        <p:grpSpPr>
          <a:xfrm>
            <a:off x="683568" y="5568765"/>
            <a:ext cx="8301198" cy="884568"/>
            <a:chOff x="2592000" y="4190931"/>
            <a:chExt cx="5895000" cy="628166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061B233-503F-5242-9664-EC5765D45E51}"/>
                </a:ext>
              </a:extLst>
            </p:cNvPr>
            <p:cNvSpPr/>
            <p:nvPr userDrawn="1"/>
          </p:nvSpPr>
          <p:spPr>
            <a:xfrm>
              <a:off x="6918044" y="4600433"/>
              <a:ext cx="1568956" cy="218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sz="1400" b="1" dirty="0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@</a:t>
              </a:r>
              <a:r>
                <a:rPr lang="en-US" sz="1400" b="1" dirty="0" err="1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InfoTeCS_Moscow</a:t>
              </a:r>
              <a:r>
                <a:rPr lang="en-US" sz="1400" b="1" dirty="0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 </a:t>
              </a:r>
              <a:endParaRPr lang="ru-RU" sz="1400" b="1" dirty="0">
                <a:solidFill>
                  <a:srgbClr val="265A8F"/>
                </a:solidFill>
                <a:latin typeface="Consolas" panose="020B0609020204030204" pitchFamily="49" charset="0"/>
                <a:ea typeface="PT Root UI Web Bold" charset="0"/>
                <a:cs typeface="PT Root UI Web Bold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B17D1AB-847F-6F40-80A3-F6F2E22EE358}"/>
                </a:ext>
              </a:extLst>
            </p:cNvPr>
            <p:cNvSpPr/>
            <p:nvPr userDrawn="1"/>
          </p:nvSpPr>
          <p:spPr>
            <a:xfrm>
              <a:off x="3231639" y="4600432"/>
              <a:ext cx="1267018" cy="21856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fontAlgn="base">
                <a:spcAft>
                  <a:spcPts val="0"/>
                </a:spcAft>
              </a:pPr>
              <a:r>
                <a:rPr lang="de-DE" sz="1400" b="1" dirty="0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@infotecs.ru</a:t>
              </a:r>
              <a:endParaRPr lang="ru-RU" sz="1400" b="1" dirty="0">
                <a:solidFill>
                  <a:srgbClr val="265A8F"/>
                </a:solidFill>
                <a:effectLst/>
                <a:latin typeface="Consolas" panose="020B0609020204030204" pitchFamily="49" charset="0"/>
                <a:ea typeface="PT Root UI Web Bold" charset="0"/>
                <a:cs typeface="PT Root UI Web Bold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A32F890F-6832-C646-8A9F-926301282051}"/>
                </a:ext>
              </a:extLst>
            </p:cNvPr>
            <p:cNvSpPr/>
            <p:nvPr userDrawn="1"/>
          </p:nvSpPr>
          <p:spPr>
            <a:xfrm>
              <a:off x="5022000" y="4600533"/>
              <a:ext cx="1125075" cy="218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ru-RU" sz="1400" b="1" dirty="0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@</a:t>
              </a:r>
              <a:r>
                <a:rPr lang="ru-RU" sz="1400" b="1" dirty="0" err="1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vpninfotecs</a:t>
              </a:r>
              <a:r>
                <a:rPr lang="ru-RU" sz="1400" b="1" dirty="0">
                  <a:solidFill>
                    <a:srgbClr val="265A8F"/>
                  </a:solidFill>
                  <a:latin typeface="Consolas" panose="020B0609020204030204" pitchFamily="49" charset="0"/>
                  <a:ea typeface="PT Root UI Web Bold" charset="0"/>
                  <a:cs typeface="PT Root UI Web Bold" charset="0"/>
                </a:rPr>
                <a:t> 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C9C90E7C-5D00-F34C-96F0-5F4C86A578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9479" y="4297861"/>
              <a:ext cx="301098" cy="302572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B054750-4FDA-EE4A-B409-7FDCDEE00D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2091" y="4278196"/>
              <a:ext cx="305028" cy="302572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11240D26-E0E4-F54D-ABDB-B22816F55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1688" y="4297861"/>
              <a:ext cx="299625" cy="302572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FBD56C05-1594-7B4C-A967-7936AC98EB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2000" y="4190931"/>
              <a:ext cx="617323" cy="624233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A61FA33C-C8D0-2440-9E1D-655C8A406F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0850" y="4193276"/>
              <a:ext cx="614544" cy="621888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C9DD00B5-53C0-9040-B5B9-C7BEBB2178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728" y="4191750"/>
              <a:ext cx="613316" cy="620644"/>
            </a:xfrm>
            <a:prstGeom prst="rect">
              <a:avLst/>
            </a:prstGeom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D4292D2-8656-DE4E-BE05-2EE8686080F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00" y="1412776"/>
            <a:ext cx="2588000" cy="924286"/>
          </a:xfrm>
          <a:prstGeom prst="rect">
            <a:avLst/>
          </a:prstGeom>
        </p:spPr>
      </p:pic>
      <p:sp>
        <p:nvSpPr>
          <p:cNvPr id="27" name="Текст 10">
            <a:extLst>
              <a:ext uri="{FF2B5EF4-FFF2-40B4-BE49-F238E27FC236}">
                <a16:creationId xmlns:a16="http://schemas.microsoft.com/office/drawing/2014/main" id="{59B93D00-6CF2-EE45-BCA6-AE0F0443EA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5861" y="3429000"/>
            <a:ext cx="3772277" cy="111241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Clr>
                <a:srgbClr val="D2715F"/>
              </a:buClr>
              <a:buFont typeface="Courier New" panose="02070309020205020404" pitchFamily="49" charset="0"/>
              <a:buNone/>
              <a:defRPr sz="1600" b="0" i="0">
                <a:solidFill>
                  <a:srgbClr val="27A8B5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  <a:lvl2pPr marL="4572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rgbClr val="265A8F"/>
                </a:solidFill>
                <a:latin typeface="PT Root UI Web" charset="0"/>
                <a:ea typeface="PT Root UI Web" charset="0"/>
                <a:cs typeface="PT Root UI Web" charset="0"/>
              </a:defRPr>
            </a:lvl2pPr>
            <a:lvl3pPr marL="9144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rgbClr val="265A8F"/>
                </a:solidFill>
                <a:latin typeface="PT Root UI Web" charset="0"/>
                <a:ea typeface="PT Root UI Web" charset="0"/>
                <a:cs typeface="PT Root UI Web" charset="0"/>
              </a:defRPr>
            </a:lvl3pPr>
            <a:lvl4pPr marL="13716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rgbClr val="265A8F"/>
                </a:solidFill>
                <a:latin typeface="PT Root UI Web" charset="0"/>
                <a:ea typeface="PT Root UI Web" charset="0"/>
                <a:cs typeface="PT Root UI Web" charset="0"/>
              </a:defRPr>
            </a:lvl4pPr>
            <a:lvl5pPr marL="1828800" indent="0">
              <a:buClr>
                <a:srgbClr val="D2715F"/>
              </a:buClr>
              <a:buFont typeface="Courier New" panose="02070309020205020404" pitchFamily="49" charset="0"/>
              <a:buNone/>
              <a:defRPr sz="1400" b="0" i="0">
                <a:solidFill>
                  <a:srgbClr val="265A8F"/>
                </a:solidFill>
                <a:latin typeface="PT Root UI Web" charset="0"/>
                <a:ea typeface="PT Root UI Web" charset="0"/>
                <a:cs typeface="PT Root UI Web" charset="0"/>
              </a:defRPr>
            </a:lvl5pPr>
          </a:lstStyle>
          <a:p>
            <a:r>
              <a:rPr lang="ru-RU" dirty="0"/>
              <a:t>(Удалить блок если не нужен) ФИО</a:t>
            </a:r>
          </a:p>
          <a:p>
            <a:r>
              <a:rPr lang="ru-RU" dirty="0"/>
              <a:t>Должность</a:t>
            </a:r>
          </a:p>
          <a:p>
            <a:r>
              <a:rPr lang="en-US" dirty="0"/>
              <a:t>e-mail:</a:t>
            </a:r>
            <a:r>
              <a:rPr lang="ru-RU" dirty="0"/>
              <a:t> </a:t>
            </a:r>
            <a:r>
              <a:rPr lang="en-US" dirty="0" err="1"/>
              <a:t>xxx@infotecs.ru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116A75D7-F1F2-B147-B93B-CC3D1A7A0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30875" y="5207423"/>
            <a:ext cx="2312933" cy="7593"/>
          </a:xfrm>
          <a:prstGeom prst="line">
            <a:avLst/>
          </a:prstGeom>
          <a:ln w="19050">
            <a:solidFill>
              <a:srgbClr val="265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0D4644A-BE02-AC49-8730-1E49070C6B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295028" y="5215016"/>
            <a:ext cx="2300347" cy="0"/>
          </a:xfrm>
          <a:prstGeom prst="line">
            <a:avLst/>
          </a:prstGeom>
          <a:ln w="19050">
            <a:solidFill>
              <a:srgbClr val="265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78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jp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750" y="452671"/>
            <a:ext cx="6552530" cy="10561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Образец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9E51DC-128F-9746-B580-0288022755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396000"/>
            <a:ext cx="1134000" cy="405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55FE47-1D7C-9247-8F3C-560EF86F635A}"/>
              </a:ext>
            </a:extLst>
          </p:cNvPr>
          <p:cNvSpPr/>
          <p:nvPr userDrawn="1"/>
        </p:nvSpPr>
        <p:spPr>
          <a:xfrm>
            <a:off x="0" y="6806530"/>
            <a:ext cx="9144000" cy="51470"/>
          </a:xfrm>
          <a:prstGeom prst="rect">
            <a:avLst/>
          </a:prstGeom>
          <a:solidFill>
            <a:srgbClr val="27A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D18EE-8F29-D548-9D1E-E3F3FC99536D}"/>
              </a:ext>
            </a:extLst>
          </p:cNvPr>
          <p:cNvSpPr txBox="1"/>
          <p:nvPr userDrawn="1"/>
        </p:nvSpPr>
        <p:spPr>
          <a:xfrm>
            <a:off x="7164288" y="6405563"/>
            <a:ext cx="143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90981A4-AE35-4F42-849C-79C6E3DD9C76}" type="slidenum">
              <a:rPr lang="ru-RU" smtClean="0">
                <a:solidFill>
                  <a:srgbClr val="27A8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pPr algn="r"/>
              <a:t>‹#›</a:t>
            </a:fld>
            <a:endParaRPr lang="ru-RU" dirty="0">
              <a:solidFill>
                <a:srgbClr val="27A8B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53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69" r:id="rId2"/>
    <p:sldLayoutId id="2147483772" r:id="rId3"/>
    <p:sldLayoutId id="2147483766" r:id="rId4"/>
    <p:sldLayoutId id="2147483768" r:id="rId5"/>
    <p:sldLayoutId id="2147483773" r:id="rId6"/>
    <p:sldLayoutId id="2147483770" r:id="rId7"/>
    <p:sldLayoutId id="2147483763" r:id="rId8"/>
    <p:sldLayoutId id="2147483774" r:id="rId9"/>
    <p:sldLayoutId id="2147483764" r:id="rId10"/>
    <p:sldLayoutId id="2147483767" r:id="rId1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800" b="1" kern="1200" baseline="0">
          <a:solidFill>
            <a:srgbClr val="265A8F"/>
          </a:solidFill>
          <a:latin typeface="Consolas" panose="020B0609020204030204" pitchFamily="49" charset="0"/>
          <a:ea typeface="PT Root UI Web Bold" charset="0"/>
          <a:cs typeface="Consolas" panose="020B0609020204030204" pitchFamily="49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420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pos="3833" userDrawn="1">
          <p15:clr>
            <a:srgbClr val="F26B43"/>
          </p15:clr>
        </p15:guide>
        <p15:guide id="6" pos="3243" userDrawn="1">
          <p15:clr>
            <a:srgbClr val="F26B43"/>
          </p15:clr>
        </p15:guide>
        <p15:guide id="7" pos="1927" userDrawn="1">
          <p15:clr>
            <a:srgbClr val="F26B43"/>
          </p15:clr>
        </p15:guide>
        <p15:guide id="8" orient="horz" pos="4035" userDrawn="1">
          <p15:clr>
            <a:srgbClr val="F26B43"/>
          </p15:clr>
        </p15:guide>
        <p15:guide id="9" orient="horz" pos="285" userDrawn="1">
          <p15:clr>
            <a:srgbClr val="F26B43"/>
          </p15:clr>
        </p15:guide>
        <p15:guide id="10" orient="horz" pos="28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14916E0-0C8F-A341-AF8E-405D7D7B3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F2AF32-D586-9247-B4A9-CD99CF5EE2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0152" y="276750"/>
            <a:ext cx="2835920" cy="10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23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r" defTabSz="914378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rgbClr val="265A8F"/>
          </a:solidFill>
          <a:latin typeface="PT Root UI Web" charset="0"/>
          <a:ea typeface="PT Root UI Web" charset="0"/>
          <a:cs typeface="PT Root UI Web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420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pos="3833" userDrawn="1">
          <p15:clr>
            <a:srgbClr val="F26B43"/>
          </p15:clr>
        </p15:guide>
        <p15:guide id="6" pos="3243" userDrawn="1">
          <p15:clr>
            <a:srgbClr val="F26B43"/>
          </p15:clr>
        </p15:guide>
        <p15:guide id="7" pos="1927" userDrawn="1">
          <p15:clr>
            <a:srgbClr val="F26B43"/>
          </p15:clr>
        </p15:guide>
        <p15:guide id="8" orient="horz" pos="4035" userDrawn="1">
          <p15:clr>
            <a:srgbClr val="F26B43"/>
          </p15:clr>
        </p15:guide>
        <p15:guide id="9" orient="horz" pos="285" userDrawn="1">
          <p15:clr>
            <a:srgbClr val="F26B43"/>
          </p15:clr>
        </p15:guide>
        <p15:guide id="10" orient="horz" pos="282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D86DC91-26FB-7244-A73B-0C4A5E48432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7B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B63B19-5DAD-9748-B934-28E8F06270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396000"/>
            <a:ext cx="1134000" cy="4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6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rgbClr val="265A8F"/>
          </a:solidFill>
          <a:latin typeface="PT Root UI Web" charset="0"/>
          <a:ea typeface="PT Root UI Web" charset="0"/>
          <a:cs typeface="PT Root UI Web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420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pos="3833" userDrawn="1">
          <p15:clr>
            <a:srgbClr val="F26B43"/>
          </p15:clr>
        </p15:guide>
        <p15:guide id="6" pos="3243" userDrawn="1">
          <p15:clr>
            <a:srgbClr val="F26B43"/>
          </p15:clr>
        </p15:guide>
        <p15:guide id="7" pos="1927" userDrawn="1">
          <p15:clr>
            <a:srgbClr val="F26B43"/>
          </p15:clr>
        </p15:guide>
        <p15:guide id="8" orient="horz" pos="4035" userDrawn="1">
          <p15:clr>
            <a:srgbClr val="F26B43"/>
          </p15:clr>
        </p15:guide>
        <p15:guide id="9" orient="horz" pos="285" userDrawn="1">
          <p15:clr>
            <a:srgbClr val="F26B43"/>
          </p15:clr>
        </p15:guide>
        <p15:guide id="10" orient="horz" pos="2825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34B523-71C4-5240-BDE4-A50691875D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0"/>
          <a:stretch/>
        </p:blipFill>
        <p:spPr>
          <a:xfrm>
            <a:off x="0" y="-387424"/>
            <a:ext cx="9144000" cy="656996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3E68C8-014D-314C-919C-BF59A03EB947}"/>
              </a:ext>
            </a:extLst>
          </p:cNvPr>
          <p:cNvSpPr/>
          <p:nvPr userDrawn="1"/>
        </p:nvSpPr>
        <p:spPr>
          <a:xfrm>
            <a:off x="0" y="4484688"/>
            <a:ext cx="9144000" cy="23733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F6FE18-C3B2-2544-8114-8340F1DE90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396000"/>
            <a:ext cx="1134000" cy="4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80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rgbClr val="265A8F"/>
          </a:solidFill>
          <a:latin typeface="PT Root UI Web" charset="0"/>
          <a:ea typeface="PT Root UI Web" charset="0"/>
          <a:cs typeface="PT Root UI Web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420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pos="3833" userDrawn="1">
          <p15:clr>
            <a:srgbClr val="F26B43"/>
          </p15:clr>
        </p15:guide>
        <p15:guide id="6" pos="3243" userDrawn="1">
          <p15:clr>
            <a:srgbClr val="F26B43"/>
          </p15:clr>
        </p15:guide>
        <p15:guide id="7" pos="1927" userDrawn="1">
          <p15:clr>
            <a:srgbClr val="F26B43"/>
          </p15:clr>
        </p15:guide>
        <p15:guide id="8" orient="horz" pos="4035" userDrawn="1">
          <p15:clr>
            <a:srgbClr val="F26B43"/>
          </p15:clr>
        </p15:guide>
        <p15:guide id="9" orient="horz" pos="285" userDrawn="1">
          <p15:clr>
            <a:srgbClr val="F26B43"/>
          </p15:clr>
        </p15:guide>
        <p15:guide id="10" orient="horz" pos="2825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37534F-E4F3-F44F-8876-AE185ECFC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396000"/>
            <a:ext cx="1134000" cy="405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A6639B4-8F50-5D40-89E5-9B14A65809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9"/>
          <a:stretch/>
        </p:blipFill>
        <p:spPr>
          <a:xfrm>
            <a:off x="0" y="-23963"/>
            <a:ext cx="4826798" cy="690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22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rgbClr val="265A8F"/>
          </a:solidFill>
          <a:latin typeface="PT Root UI Web" charset="0"/>
          <a:ea typeface="PT Root UI Web" charset="0"/>
          <a:cs typeface="PT Root UI Web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5420">
          <p15:clr>
            <a:srgbClr val="F26B43"/>
          </p15:clr>
        </p15:guide>
        <p15:guide id="4" pos="340">
          <p15:clr>
            <a:srgbClr val="F26B43"/>
          </p15:clr>
        </p15:guide>
        <p15:guide id="5" pos="3833">
          <p15:clr>
            <a:srgbClr val="F26B43"/>
          </p15:clr>
        </p15:guide>
        <p15:guide id="6" pos="3243">
          <p15:clr>
            <a:srgbClr val="F26B43"/>
          </p15:clr>
        </p15:guide>
        <p15:guide id="7" pos="1927">
          <p15:clr>
            <a:srgbClr val="F26B43"/>
          </p15:clr>
        </p15:guide>
        <p15:guide id="8" orient="horz" pos="4035">
          <p15:clr>
            <a:srgbClr val="F26B43"/>
          </p15:clr>
        </p15:guide>
        <p15:guide id="9" orient="horz" pos="285">
          <p15:clr>
            <a:srgbClr val="F26B43"/>
          </p15:clr>
        </p15:guide>
        <p15:guide id="10" orient="horz" pos="282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9F30827-1EE0-5646-B1E3-B35108A1B3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50196"/>
            </a:srgbClr>
          </a:solidFill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19F4453-DA54-0D4F-88BC-665D20B38CC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66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5420">
          <p15:clr>
            <a:srgbClr val="F26B43"/>
          </p15:clr>
        </p15:guide>
        <p15:guide id="4" pos="340">
          <p15:clr>
            <a:srgbClr val="F26B43"/>
          </p15:clr>
        </p15:guide>
        <p15:guide id="5" pos="3833">
          <p15:clr>
            <a:srgbClr val="F26B43"/>
          </p15:clr>
        </p15:guide>
        <p15:guide id="6" pos="3243">
          <p15:clr>
            <a:srgbClr val="F26B43"/>
          </p15:clr>
        </p15:guide>
        <p15:guide id="7" pos="1927">
          <p15:clr>
            <a:srgbClr val="F26B43"/>
          </p15:clr>
        </p15:guide>
        <p15:guide id="8" orient="horz" pos="4035">
          <p15:clr>
            <a:srgbClr val="F26B43"/>
          </p15:clr>
        </p15:guide>
        <p15:guide id="9" orient="horz" pos="285">
          <p15:clr>
            <a:srgbClr val="F26B43"/>
          </p15:clr>
        </p15:guide>
        <p15:guide id="10" orient="horz" pos="28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tfs.infotecs.ru/tfs/infotecstc1/PRG_VPN_Linux/_workitems/edit/1010138/" TargetMode="External"/><Relationship Id="rId3" Type="http://schemas.openxmlformats.org/officeDocument/2006/relationships/hyperlink" Target="https://tfs.infotecs.ru/tfs/infotecstc1/PRG_VPN_Linux/_workitems/edit/1032962/" TargetMode="External"/><Relationship Id="rId7" Type="http://schemas.openxmlformats.org/officeDocument/2006/relationships/hyperlink" Target="https://tfs.infotecs.ru/tfs/infotecstc1/PRG_VPN_Linux/_workitems/edit/1001961/" TargetMode="External"/><Relationship Id="rId12" Type="http://schemas.openxmlformats.org/officeDocument/2006/relationships/hyperlink" Target="https://tfs.infotecs.ru/tfs/infotecstc1/PRG_VPN_Linux/_workitems/edit/1047824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fs.infotecs.ru/tfs/infotecstc1/PRG_VPN_Linux/_workitems/edit/964327/" TargetMode="External"/><Relationship Id="rId11" Type="http://schemas.openxmlformats.org/officeDocument/2006/relationships/hyperlink" Target="https://tfs.infotecs.ru/tfs/infotecstc1/PRG_VPN_Linux/_workitems/edit/994798/" TargetMode="External"/><Relationship Id="rId5" Type="http://schemas.openxmlformats.org/officeDocument/2006/relationships/hyperlink" Target="https://tfs.infotecs.ru/tfs/infotecstc1/PRG_VPN_Linux/R703%20ViPNet%20Coordinator%20Armored/_workitems#_a=edit&amp;id=963610" TargetMode="External"/><Relationship Id="rId10" Type="http://schemas.openxmlformats.org/officeDocument/2006/relationships/hyperlink" Target="https://tfs.infotecs.ru/tfs/infotecstc1/PRG_VPN_Linux/_workitems/edit/1042615/" TargetMode="External"/><Relationship Id="rId4" Type="http://schemas.openxmlformats.org/officeDocument/2006/relationships/hyperlink" Target="https://tfs.infotecs.ru/tfs/infotecstc1/PRG_VPN_Linux/_workitems/edit/999373/" TargetMode="External"/><Relationship Id="rId9" Type="http://schemas.openxmlformats.org/officeDocument/2006/relationships/hyperlink" Target="https://tfs.infotecs.ru/tfs/infotecstc1/PRG_VPN_Linux/_workitems/edit/1041749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/>
              <a:t>Ефимов Максим Юрьевич программист-стажер с++</a:t>
            </a:r>
            <a:endParaRPr lang="ru-RU" dirty="0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Отчет за стажировку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10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D3CD7F8-7E38-BD42-BA79-22AFD564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Развертывание проекты</a:t>
            </a:r>
            <a:endParaRPr lang="ru-RU" dirty="0"/>
          </a:p>
        </p:txBody>
      </p:sp>
      <p:sp>
        <p:nvSpPr>
          <p:cNvPr id="12" name="AutoShape 8" descr="blob:https://web.telegram.org/239acd20-72ee-4b77-9930-ea2b5405cb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10" descr="blob:https://web.telegram.org/239acd20-72ee-4b77-9930-ea2b5405cb41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57" y="1045070"/>
            <a:ext cx="7693046" cy="2226728"/>
          </a:xfrm>
          <a:prstGeom prst="rect">
            <a:avLst/>
          </a:prstGeom>
        </p:spPr>
      </p:pic>
      <p:pic>
        <p:nvPicPr>
          <p:cNvPr id="20" name="Picture 15">
            <a:extLst>
              <a:ext uri="{FF2B5EF4-FFF2-40B4-BE49-F238E27FC236}">
                <a16:creationId xmlns:a16="http://schemas.microsoft.com/office/drawing/2014/main" id="{05F65C3E-C697-6E48-9DB6-42C17FD2CC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281737"/>
            <a:ext cx="5630168" cy="3382934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rcRect t="12055" b="12055"/>
          <a:stretch>
            <a:fillRect/>
          </a:stretch>
        </p:blipFill>
        <p:spPr>
          <a:xfrm>
            <a:off x="2634556" y="3501007"/>
            <a:ext cx="4049906" cy="230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0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1173848-3ECB-3942-96FA-8A38D3D5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12643"/>
            <a:ext cx="6552530" cy="1056117"/>
          </a:xfrm>
        </p:spPr>
        <p:txBody>
          <a:bodyPr/>
          <a:lstStyle/>
          <a:p>
            <a:r>
              <a:rPr lang="ru-RU" dirty="0" err="1" smtClean="0"/>
              <a:t>Ребрендинг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268760"/>
            <a:ext cx="4134427" cy="4382112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308822" y="1268760"/>
            <a:ext cx="3426413" cy="4893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Задача 1032962 Запрещённый маркер в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iplir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show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exchange-keys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peer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Задача 999373 Маркер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Statewatcher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 в объектах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firewall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Задача 963610 Запрещённый маркер в журналах аудита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Задача 964327 Запрещённый маркер в фильтрах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system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Log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Задача 1001961 Запрещенный маркер в команде фильтрации логов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Задача 1010138 Присутствует запрещённый маркер после ввода правильного пароля от </a:t>
            </a: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ds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5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Задача 1041749 По умолчанию используются российские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ntp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 сервера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Задача 1042615 Косметическая ошибка при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inet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snmp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start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Задача 994798: [</a:t>
            </a: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AR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 2.0] Маркер </a:t>
            </a:r>
            <a:r>
              <a:rPr lang="en-US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vipnet</a:t>
            </a: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 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в подсказке команды </a:t>
            </a: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admin remove keys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TFS::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PRG_VPN_Linux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::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Bug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::1047824::[AR 2.0] Окно журнала IP пакетов содержит запрещенный </a:t>
            </a:r>
            <a:r>
              <a:rPr lang="ru-RU" sz="1200" u="sng" dirty="0" smtClean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маркер</a:t>
            </a:r>
            <a:endParaRPr lang="ru-RU" sz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Times New Roman" panose="02020603050405020304" pitchFamily="18" charset="0"/>
              <a:buAutoNum type="arabicPeriod"/>
              <a:tabLst>
                <a:tab pos="457200" algn="l"/>
              </a:tabLst>
            </a:pP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[AR 2.0][Rebranding] HW appliance 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импорта </a:t>
            </a:r>
            <a:r>
              <a:rPr lang="ru-RU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конфига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</a:t>
            </a:r>
            <a:r>
              <a:rPr lang="en-US" sz="1200" u="sng" dirty="0" err="1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vbe</a:t>
            </a:r>
            <a:r>
              <a:rPr lang="en-US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файла</a:t>
            </a:r>
            <a:endParaRPr lang="ru-RU" sz="1200" u="sng" dirty="0" smtClean="0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04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65BF7-6A37-4448-AE3E-8F9497F2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Исправление дефектов разработки </a:t>
            </a:r>
          </a:p>
        </p:txBody>
      </p:sp>
      <p:sp>
        <p:nvSpPr>
          <p:cNvPr id="14" name="Стрелка вниз 13"/>
          <p:cNvSpPr/>
          <p:nvPr/>
        </p:nvSpPr>
        <p:spPr>
          <a:xfrm>
            <a:off x="3923569" y="2043683"/>
            <a:ext cx="860583" cy="7096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8" y="980729"/>
            <a:ext cx="7249537" cy="1009791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059" y="2813825"/>
            <a:ext cx="5711602" cy="153446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274755" y="4439883"/>
            <a:ext cx="9018794" cy="1793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[AR 2.0]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неинформативный вывод команды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admin show check integrity 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endParaRPr lang="ru-RU" sz="1400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6000"/>
              </a:lnSpc>
              <a:buFont typeface="+mj-lt"/>
              <a:buAutoNum type="arabicPeriod"/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TFS::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PRG_VPN_Linux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::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Bug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::989428::[AR 2.0] Некорректное значение максимального значения соединений на </a:t>
            </a: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AR5000</a:t>
            </a:r>
            <a:endParaRPr lang="ru-RU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TFS::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PRG_VPN_Linux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Bug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::1060685::[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Перезагружается ПАК после остановки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failover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через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endParaRPr lang="ru-RU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Bug 1047958 - [AR 2.0][GDPR]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работает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команда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logs settings cleaning-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shedule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</a:t>
            </a:r>
            <a:endParaRPr lang="ru-RU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TFS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PRG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VPN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Bug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::1035064::[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2.0] Перепутаны местами точки монтирования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hdd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5000</a:t>
            </a:r>
          </a:p>
        </p:txBody>
      </p:sp>
    </p:spTree>
    <p:extLst>
      <p:ext uri="{BB962C8B-B14F-4D97-AF65-F5344CB8AC3E}">
        <p14:creationId xmlns:p14="http://schemas.microsoft.com/office/powerpoint/2010/main" val="18219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F1C83B-CC3D-5B48-B377-1664B5DC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826"/>
            <a:ext cx="6552530" cy="1056117"/>
          </a:xfrm>
        </p:spPr>
        <p:txBody>
          <a:bodyPr/>
          <a:lstStyle/>
          <a:p>
            <a:r>
              <a:rPr lang="ru-RU" dirty="0" err="1" smtClean="0"/>
              <a:t>Рефакторинг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8431716" cy="116902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780928"/>
            <a:ext cx="6125430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0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5AACCD6-63D1-7C42-BB36-749ED8C0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764704"/>
            <a:ext cx="4032250" cy="1632181"/>
          </a:xfrm>
        </p:spPr>
        <p:txBody>
          <a:bodyPr/>
          <a:lstStyle/>
          <a:p>
            <a:r>
              <a:rPr lang="ru-RU" dirty="0" smtClean="0"/>
              <a:t>Слова благодарности</a:t>
            </a:r>
            <a:endParaRPr lang="ru-RU" dirty="0"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E5AACCD6-63D1-7C42-BB36-749ED8C05A00}"/>
              </a:ext>
            </a:extLst>
          </p:cNvPr>
          <p:cNvSpPr txBox="1">
            <a:spLocks/>
          </p:cNvSpPr>
          <p:nvPr/>
        </p:nvSpPr>
        <p:spPr>
          <a:xfrm>
            <a:off x="899592" y="3717032"/>
            <a:ext cx="4032250" cy="1632181"/>
          </a:xfrm>
          <a:prstGeom prst="rect">
            <a:avLst/>
          </a:prstGeom>
        </p:spPr>
        <p:txBody>
          <a:bodyPr anchor="ctr"/>
          <a:lstStyle>
            <a:lvl1pPr algn="ctr" defTabSz="914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baseline="0">
                <a:solidFill>
                  <a:srgbClr val="265A8F"/>
                </a:solidFill>
                <a:latin typeface="Consolas" panose="020B0609020204030204" pitchFamily="49" charset="0"/>
                <a:ea typeface="PT Root UI Web" charset="0"/>
                <a:cs typeface="Consolas" panose="020B0609020204030204" pitchFamily="49" charset="0"/>
              </a:defRPr>
            </a:lvl1pPr>
          </a:lstStyle>
          <a:p>
            <a:r>
              <a:rPr lang="ru-RU" dirty="0" smtClean="0"/>
              <a:t>Ответы на вопросы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54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6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0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8_Специальное оформление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C042C1CE62BFD4EA243357C215FEA46" ma:contentTypeVersion="1" ma:contentTypeDescription="Создание документа." ma:contentTypeScope="" ma:versionID="8c477eda7e93249c34948a4414cd4d13">
  <xsd:schema xmlns:xsd="http://www.w3.org/2001/XMLSchema" xmlns:xs="http://www.w3.org/2001/XMLSchema" xmlns:p="http://schemas.microsoft.com/office/2006/metadata/properties" xmlns:ns2="d881d74c-72f4-419c-9dce-164680df5c83" targetNamespace="http://schemas.microsoft.com/office/2006/metadata/properties" ma:root="true" ma:fieldsID="ca4e3e57651580d1eb4180d33fc18c34" ns2:_="">
    <xsd:import namespace="d881d74c-72f4-419c-9dce-164680df5c8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81d74c-72f4-419c-9dce-164680df5c8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Значение идентификатора документа" ma:description="Значение идентификатора документа, присвоенного данному элементу." ma:internalName="_dlc_DocId" ma:readOnly="true">
      <xsd:simpleType>
        <xsd:restriction base="dms:Text"/>
      </xsd:simpleType>
    </xsd:element>
    <xsd:element name="_dlc_DocIdUrl" ma:index="9" nillable="true" ma:displayName="Идентификатор документа" ma:description="Постоянная ссылка на этот документ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Сохранить идентификатор" ma:description="Сохранять идентификатор при добавлении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d881d74c-72f4-419c-9dce-164680df5c83">JWXU6D5MCXXA-356-921</_dlc_DocId>
    <_dlc_DocIdUrl xmlns="d881d74c-72f4-419c-9dce-164680df5c83">
      <Url>http://portal.infotecs.int/productsAndSolutions/implantation/_layouts/15/DocIdRedir.aspx?ID=JWXU6D5MCXXA-356-921</Url>
      <Description>JWXU6D5MCXXA-356-921</Description>
    </_dlc_DocIdUrl>
  </documentManagement>
</p:properties>
</file>

<file path=customXml/itemProps1.xml><?xml version="1.0" encoding="utf-8"?>
<ds:datastoreItem xmlns:ds="http://schemas.openxmlformats.org/officeDocument/2006/customXml" ds:itemID="{9538F676-8AEC-4C00-80F8-00D64AEB82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9A9E9A-906C-42A4-8760-B9CD62559D20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6E729AB2-9BE5-4369-94FB-2F3B72681D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81d74c-72f4-419c-9dce-164680df5c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C71292F-AC35-4DFE-94ED-5C68FB81BA2C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d881d74c-72f4-419c-9dce-164680df5c83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Экран (4:3)</PresentationFormat>
  <Paragraphs>27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6</vt:i4>
      </vt:variant>
    </vt:vector>
  </HeadingPairs>
  <TitlesOfParts>
    <vt:vector size="21" baseType="lpstr">
      <vt:lpstr>Segoe UI</vt:lpstr>
      <vt:lpstr>PT Root UI Web Light</vt:lpstr>
      <vt:lpstr>Calibri</vt:lpstr>
      <vt:lpstr>Times New Roman</vt:lpstr>
      <vt:lpstr>Courier New</vt:lpstr>
      <vt:lpstr>Consolas</vt:lpstr>
      <vt:lpstr>PT Root UI Web</vt:lpstr>
      <vt:lpstr>Arial</vt:lpstr>
      <vt:lpstr>PT Root UI Web Bold</vt:lpstr>
      <vt:lpstr>6_Специальное оформление</vt:lpstr>
      <vt:lpstr>7_Специальное оформление</vt:lpstr>
      <vt:lpstr>8_Специальное оформление</vt:lpstr>
      <vt:lpstr>11_Специальное оформление</vt:lpstr>
      <vt:lpstr>10_Специальное оформление</vt:lpstr>
      <vt:lpstr>18_Специальное оформление</vt:lpstr>
      <vt:lpstr>Отчет за стажировку </vt:lpstr>
      <vt:lpstr>Развертывание проекты</vt:lpstr>
      <vt:lpstr>Ребрендинг</vt:lpstr>
      <vt:lpstr>Исправление дефектов разработки </vt:lpstr>
      <vt:lpstr>Рефакторинг</vt:lpstr>
      <vt:lpstr>Слова благодарности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Dimitri</dc:creator>
  <cp:lastModifiedBy>Efimov Maksim</cp:lastModifiedBy>
  <cp:revision>395</cp:revision>
  <dcterms:created xsi:type="dcterms:W3CDTF">2013-11-04T16:02:14Z</dcterms:created>
  <dcterms:modified xsi:type="dcterms:W3CDTF">2023-12-22T08:31:17Z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0x0101009C042C1CE62BFD4EA243357C215FEA46</vt:lpwstr>
  </property>
  <property fmtid="{D5CDD505-2E9C-101B-9397-08002B2CF9AE}" pid="3" name="_dlc_DocIdItemGuid">
    <vt:lpwstr>f2df882c-ecfb-4538-802f-b211ba1db0c5</vt:lpwstr>
  </property>
</Properties>
</file>